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86498" autoAdjust="0"/>
  </p:normalViewPr>
  <p:slideViewPr>
    <p:cSldViewPr snapToGrid="0">
      <p:cViewPr varScale="1">
        <p:scale>
          <a:sx n="139" d="100"/>
          <a:sy n="139" d="100"/>
        </p:scale>
        <p:origin x="1336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7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CC200-B011-41AA-8609-A1BE0DC489D1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3E2E4D9B-1EBE-44A6-8992-2EC634462286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E3D2B-089C-4252-874C-854C5B64B5CF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D4F9-217A-4FDE-AD58-802607839E65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F6215-B618-4E68-93B7-F5656B0437FE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40499-000A-4C22-9173-0D5E83708981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0874-9225-4E21-AFFA-846381F6A863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6FD5-9875-4123-989D-C96BD5584C93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549-AC26-4CBD-A75A-4E70E46C8017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3AB8-7B4B-4A83-AC2D-18EB2EAEBAEA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4FA1-1AC8-464F-A480-C32AB9B6D9F7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0CFC9C-E75B-4167-B19D-C5A0B621165E}" type="datetime1">
              <a:rPr lang="ko-KR" altLang="en-US" smtClean="0"/>
              <a:t>2026-07-01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A7C3BF-458C-486B-8804-42E7E044747B}" type="datetime1">
              <a:rPr lang="ko-KR" altLang="en-US" smtClean="0"/>
              <a:t>2026-07-01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05BF06-6246-4B11-913D-5CE98FB3E67E}" type="datetime1">
              <a:rPr lang="ko-KR" altLang="en-US" smtClean="0"/>
              <a:t>2026-07-01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251AAC-9B5B-4BD2-A98C-397B8326CAB5}" type="datetime1">
              <a:rPr lang="ko-KR" altLang="en-US" smtClean="0"/>
              <a:t>2026-07-01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CA087-878C-4D54-9921-D4B1B159EE37}" type="datetime1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0835" y="1122363"/>
            <a:ext cx="8800935" cy="2387600"/>
          </a:xfrm>
        </p:spPr>
        <p:txBody>
          <a:bodyPr anchor="ctr">
            <a:normAutofit/>
          </a:bodyPr>
          <a:lstStyle/>
          <a:p>
            <a:r>
              <a:rPr lang="ko-KR" altLang="en-US" sz="5400" dirty="0"/>
              <a:t>의사결정지원시스템</a:t>
            </a:r>
            <a:br>
              <a:rPr lang="en-US" altLang="ko-KR" sz="5400" dirty="0"/>
            </a:br>
            <a:r>
              <a:rPr lang="en-US" altLang="ko-KR" sz="5400" dirty="0"/>
              <a:t>- </a:t>
            </a:r>
            <a:r>
              <a:rPr lang="ko-KR" altLang="en-US" sz="5400" dirty="0"/>
              <a:t>강화학습 </a:t>
            </a:r>
            <a:r>
              <a:rPr lang="en-US" altLang="ko-KR" sz="5400" dirty="0"/>
              <a:t>-</a:t>
            </a:r>
            <a:endParaRPr lang="en-US" altLang="ko-KR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ko-KR" sz="2800" dirty="0" err="1"/>
              <a:t>Jinhyun</a:t>
            </a:r>
            <a:r>
              <a:rPr lang="en-US" altLang="ko-KR" sz="2800" dirty="0"/>
              <a:t> </a:t>
            </a:r>
            <a:r>
              <a:rPr lang="en-US" altLang="ko-KR" sz="2800" dirty="0" err="1"/>
              <a:t>Ahn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37325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EA966-E811-97F7-9E4F-DF3DC3909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CC2138-4B27-4C10-B200-3DC5A79A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2400" dirty="0"/>
              <a:t>강화학습은 순차적 의사결정 문제</a:t>
            </a:r>
            <a:r>
              <a:rPr lang="en-US" altLang="ko-KR" sz="2400" dirty="0"/>
              <a:t>(Sequential decision-making problem)</a:t>
            </a:r>
            <a:r>
              <a:rPr lang="ko-KR" altLang="en-US" sz="2400" dirty="0"/>
              <a:t>에서 임의의 상황</a:t>
            </a:r>
            <a:r>
              <a:rPr lang="en-US" altLang="ko-KR" sz="2400" dirty="0"/>
              <a:t>(state)</a:t>
            </a:r>
            <a:r>
              <a:rPr lang="ko-KR" altLang="en-US" sz="2400" dirty="0"/>
              <a:t>을 행동</a:t>
            </a:r>
            <a:r>
              <a:rPr lang="en-US" altLang="ko-KR" sz="2400" dirty="0"/>
              <a:t>(action)</a:t>
            </a:r>
            <a:r>
              <a:rPr lang="ko-KR" altLang="en-US" sz="2400" dirty="0"/>
              <a:t>으로 매핑하는 정책</a:t>
            </a:r>
            <a:r>
              <a:rPr lang="en-US" altLang="ko-KR" sz="2400" dirty="0"/>
              <a:t>(policy)</a:t>
            </a:r>
            <a:r>
              <a:rPr lang="ko-KR" altLang="en-US" sz="2400" dirty="0"/>
              <a:t>을 학습하는 기계학습 기법이다</a:t>
            </a:r>
            <a:r>
              <a:rPr lang="en-US" altLang="ko-KR" sz="2400" dirty="0"/>
              <a:t>. </a:t>
            </a:r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본 강의의 목표는 강화학습 프레임워크를 사용하지 않고 기본 파이썬 라이브러리로만 강화학습을 </a:t>
            </a:r>
            <a:r>
              <a:rPr lang="ko-KR" altLang="en-US" sz="2400" dirty="0" err="1"/>
              <a:t>구현해봄으로써</a:t>
            </a:r>
            <a:r>
              <a:rPr lang="ko-KR" altLang="en-US" sz="2400" dirty="0"/>
              <a:t> 강화학습의 작동원리를 이해하는 것이다</a:t>
            </a:r>
            <a:r>
              <a:rPr lang="en-US" altLang="ko-KR" sz="2400" dirty="0"/>
              <a:t>.</a:t>
            </a:r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파이썬</a:t>
            </a:r>
            <a:r>
              <a:rPr lang="en-US" altLang="ko-KR" sz="2400" dirty="0"/>
              <a:t>, </a:t>
            </a:r>
            <a:r>
              <a:rPr lang="ko-KR" altLang="en-US" sz="2400" dirty="0"/>
              <a:t>행렬</a:t>
            </a:r>
            <a:r>
              <a:rPr lang="en-US" altLang="ko-KR" sz="2400" dirty="0"/>
              <a:t>, </a:t>
            </a:r>
            <a:r>
              <a:rPr lang="ko-KR" altLang="en-US" sz="2400" dirty="0"/>
              <a:t>인공신경망에 대한 기본 지식이 있어야 함</a:t>
            </a:r>
          </a:p>
        </p:txBody>
      </p:sp>
    </p:spTree>
    <p:extLst>
      <p:ext uri="{BB962C8B-B14F-4D97-AF65-F5344CB8AC3E}">
        <p14:creationId xmlns:p14="http://schemas.microsoft.com/office/powerpoint/2010/main" val="1438142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4DBB9-7896-E561-D228-62D5A9A3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Textbook</a:t>
            </a:r>
            <a:endParaRPr lang="ko-KR" altLang="en-US" dirty="0"/>
          </a:p>
        </p:txBody>
      </p:sp>
      <p:pic>
        <p:nvPicPr>
          <p:cNvPr id="4" name="그림 3" descr="밑바닥부터 시작하는 딥러닝 4 대표 이미지">
            <a:extLst>
              <a:ext uri="{FF2B5EF4-FFF2-40B4-BE49-F238E27FC236}">
                <a16:creationId xmlns:a16="http://schemas.microsoft.com/office/drawing/2014/main" id="{2AE57502-4628-D2A8-2CF3-08ACE3345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59" y="1536192"/>
            <a:ext cx="2739131" cy="3516614"/>
          </a:xfrm>
          <a:prstGeom prst="rect">
            <a:avLst/>
          </a:prstGeom>
        </p:spPr>
      </p:pic>
      <p:pic>
        <p:nvPicPr>
          <p:cNvPr id="5" name="그림 4" descr="ゼロから作るDEEP LEARNING 4 대표 이미지">
            <a:extLst>
              <a:ext uri="{FF2B5EF4-FFF2-40B4-BE49-F238E27FC236}">
                <a16:creationId xmlns:a16="http://schemas.microsoft.com/office/drawing/2014/main" id="{8953759A-00B5-2401-49D3-2557C8918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302" y="1536192"/>
            <a:ext cx="2477860" cy="35166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114767-FDB7-6992-FD5D-C36B5309D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493" y="283463"/>
            <a:ext cx="3208101" cy="6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2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689EB-9215-F7DE-C914-80AE0EDA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9B4E48-CAB9-90AC-B3CC-7EA02E7C6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출석 </a:t>
            </a:r>
            <a:r>
              <a:rPr lang="en-US" altLang="ko-KR" dirty="0"/>
              <a:t>20%</a:t>
            </a:r>
          </a:p>
          <a:p>
            <a:endParaRPr lang="en-US" altLang="ko-KR" dirty="0"/>
          </a:p>
          <a:p>
            <a:r>
              <a:rPr lang="ko-KR" altLang="en-US" dirty="0"/>
              <a:t>중간</a:t>
            </a:r>
            <a:r>
              <a:rPr lang="en-US" altLang="ko-KR" dirty="0"/>
              <a:t>/</a:t>
            </a:r>
            <a:r>
              <a:rPr lang="ko-KR" altLang="en-US" dirty="0"/>
              <a:t>기말리포트 </a:t>
            </a:r>
            <a:r>
              <a:rPr lang="en-US" altLang="ko-KR" dirty="0"/>
              <a:t>80%</a:t>
            </a:r>
          </a:p>
          <a:p>
            <a:pPr lvl="1"/>
            <a:r>
              <a:rPr lang="ko-KR" altLang="en-US" dirty="0"/>
              <a:t>본인의 연구에서 강화학습 기법을 활용할 수 있는 방안</a:t>
            </a:r>
            <a:endParaRPr lang="en-US" altLang="ko-KR" dirty="0"/>
          </a:p>
          <a:p>
            <a:pPr lvl="1"/>
            <a:r>
              <a:rPr lang="ko-KR" altLang="en-US" dirty="0"/>
              <a:t>한글</a:t>
            </a:r>
            <a:r>
              <a:rPr lang="en-US" altLang="ko-KR" dirty="0"/>
              <a:t> </a:t>
            </a:r>
            <a:r>
              <a:rPr lang="ko-KR" altLang="en-US" dirty="0"/>
              <a:t>또는 영어로 작성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354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14449</TotalTime>
  <Words>89</Words>
  <Application>Microsoft Office PowerPoint</Application>
  <PresentationFormat>화면 슬라이드 쇼(4:3)</PresentationFormat>
  <Paragraphs>17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의사결정지원시스템 - 강화학습 -</vt:lpstr>
      <vt:lpstr>강화학습</vt:lpstr>
      <vt:lpstr>Textbook</vt:lpstr>
      <vt:lpstr>평가방법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442</cp:revision>
  <cp:lastPrinted>2016-10-13T23:42:19Z</cp:lastPrinted>
  <dcterms:created xsi:type="dcterms:W3CDTF">2016-09-30T16:23:03Z</dcterms:created>
  <dcterms:modified xsi:type="dcterms:W3CDTF">2026-07-01T02:21:57Z</dcterms:modified>
</cp:coreProperties>
</file>